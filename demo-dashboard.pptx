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5970" cy="590547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381030" y="381030"/>
            <a:ext cx="9144000" cy="761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81030" y="381030"/>
            <a:ext cx="3563051" cy="3857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PureLayout 季度数据分析报告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1030" y="1333470"/>
            <a:ext cx="4429171" cy="13668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09630" y="Infinity"/>
            <a:ext cx="314462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总营收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30" y="Infinity"/>
            <a:ext cx="314462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总营收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30" y="Infinity"/>
            <a:ext cx="1762140" cy="5143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$124,563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9630" y="Infinity"/>
            <a:ext cx="1762140" cy="5143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$124,563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09630" y="Infinity"/>
            <a:ext cx="956371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▲ +12.5% 环比增长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30" y="Infinity"/>
            <a:ext cx="956371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▲ +12.5% 环比增长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95860" y="1333470"/>
            <a:ext cx="733806" cy="19284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核心业务亮点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95860" y="1333470"/>
            <a:ext cx="733806" cy="19284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核心业务亮点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95860" y="1669237"/>
            <a:ext cx="1292596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布局引擎保真度达到 100%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95860" y="1669237"/>
            <a:ext cx="1292596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布局引擎保真度达到 100%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95860" y="1962120"/>
            <a:ext cx="1492575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Grid 布局 MVP 版本正式发布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95860" y="1962120"/>
            <a:ext cx="1492575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Grid 布局 MVP 版本正式发布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95860" y="2255002"/>
            <a:ext cx="1211214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PPT 渲染适配器原型打通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95860" y="2255002"/>
            <a:ext cx="1211214" cy="1500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PPT 渲染适配器原型打通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1030" y="5143500"/>
            <a:ext cx="2251070" cy="1285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© 2026 PureLayout Rendering Pipeline · 内部机密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2026-04-04T02:44:20Z</dcterms:created>
  <dcterms:modified xsi:type="dcterms:W3CDTF">2026-04-04T02:44:20Z</dcterms:modified>
</cp:coreProperties>
</file>